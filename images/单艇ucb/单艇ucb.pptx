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309DE7-7C9C-AFA7-E609-153AA555F3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2CDADD-EBF7-7B5D-5E19-198ABC2B9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B962B6-4E60-215F-F02E-CA187F090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60ACF4-2A94-0F6D-8ABF-FAB24D0E9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4F3EF6-EF01-D8EB-D1FE-CD837AF33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7599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15C6D-E46A-AA57-E871-3DCA818BBE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E9854D-1B89-06A2-2DA4-70E0627A00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7F103-7E10-3897-B15A-C7B127B7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088FF8-3E57-07B3-5A00-8AF3626A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008E31-AD7A-A607-2348-6072F3EAE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97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3CB7BF-1556-3BF2-6C4D-20521517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BDA02C-299A-D35C-8734-178AA05AF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D249366-7E70-28DF-3DE1-DD8B3EA03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4014AC-4E8D-338C-1A9F-D9DA32086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E0B5A0-7336-93C0-12CC-746904AFE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56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0577F4-176D-57FC-1A4C-C3A084CF0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4E4C4E-8F61-AA51-70C3-F5F9159D6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FE4F90-6D35-A64A-774B-5C14E91DE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57AC431-5DFE-0833-2C39-4AF8E2D4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5B722D-04B4-E26C-D735-68A17DF0D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7C26FE-4F65-FC94-3359-736AA005E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77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9D683-00F8-3417-AFE2-6E92B8E5C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E21947-C761-F3EB-1D49-F45423256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D913CF-FEB1-5D2E-E1FA-C867CB623F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30038C7-0FCA-2D4B-0A46-6E1246B72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0E0DD2-62AC-9BF8-2577-A2174DEA4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7801FD-AAD4-C14F-B81C-8FBE0A58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0E909D-1F18-2A66-A2B5-DBEF4021F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526071-9B31-4041-97A9-B39B0E22D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3686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572916-3A97-200C-A177-33CE94D7E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075B10-0704-EA28-E29D-6E8710CFF7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3CFDB3-9AE3-34D3-387E-A7508AD3D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1058B25-9591-8F77-9E95-A1E6DDA8B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2715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EB83CB7-EB54-72A2-E1A5-F6A95BB79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394295-EF20-88F2-9439-FBF5B23D5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109AF6-1CB3-57BD-DB69-06FA4094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4257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C7DFFA-5938-0210-ADF2-9B09D341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B7F75-416D-6838-E4A1-4F18A9053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55B09CF-22E5-9C10-C9C9-370B171069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2E86C0-4B03-350F-1EAF-BA2B3183E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E86E54-D71C-2DB2-D825-65066CD2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D82D6E-35FB-8C7A-504D-A636A3CB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90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3949FC-A059-1A6E-38F5-46F509487A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1483EE5-C0CF-C9AC-3D3B-E8A9A2E78D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80CA66-1DAE-144D-CCB0-3B14BA187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8FAB59-936B-5D1F-A5C4-6012A4D16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E722A5-3CA9-EFD4-C82A-B90291674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DF79F2C-9AE2-399E-9D28-4B1F9244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9848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86261-5B2F-EB6E-630B-A766C2E9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404FBA8-BA50-10EB-37B2-2B3B3046C8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494598-D589-F65D-9D56-AD1BD000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E0C990-16F8-328F-A800-AB700BD70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146F0-4FE4-3D9A-EF99-D264DB933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6039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1E09AA7-D158-4ED9-E791-6161F371E8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332000-8F23-087E-9F15-96F1FAE48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D0C810-E3D4-6320-D6E3-0A7768322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116020-B09D-7179-25FD-4D32D35F6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4CF49D-6ABD-CD1B-A388-E8E129401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57917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C9111B-ED2C-B4EA-5D72-649BF8CED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69601A-C22F-999F-1737-618EBB3DD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CEE847-2134-6E73-4753-3AAC24EAB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690E62-AFDE-4E95-8D3B-9487A15F571B}" type="datetimeFigureOut">
              <a:rPr lang="zh-CN" altLang="en-US" smtClean="0"/>
              <a:t>2026/5/11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E8F74-2C3B-9634-9792-111848B61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DBC89C-C573-CFC3-40F2-6839EC0483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AE5FB-A745-445F-9604-665F7CA7F74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6061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EF1470FD-5C5A-0AFA-DE72-F5DA97226F58}"/>
              </a:ext>
            </a:extLst>
          </p:cNvPr>
          <p:cNvGrpSpPr/>
          <p:nvPr/>
        </p:nvGrpSpPr>
        <p:grpSpPr>
          <a:xfrm>
            <a:off x="508933" y="673553"/>
            <a:ext cx="10725886" cy="4852321"/>
            <a:chOff x="499696" y="442644"/>
            <a:chExt cx="10725886" cy="485232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84F54012-A876-894E-FE3A-4DA4663675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6421" y="442644"/>
              <a:ext cx="3062654" cy="2240017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B922D2E-D754-693F-7563-5C89D4D325B1}"/>
                </a:ext>
              </a:extLst>
            </p:cNvPr>
            <p:cNvSpPr txBox="1"/>
            <p:nvPr/>
          </p:nvSpPr>
          <p:spPr>
            <a:xfrm>
              <a:off x="499696" y="609600"/>
              <a:ext cx="466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(a)</a:t>
              </a:r>
              <a:endParaRPr lang="zh-CN" altLang="en-US" dirty="0"/>
            </a:p>
          </p:txBody>
        </p:sp>
        <p:pic>
          <p:nvPicPr>
            <p:cNvPr id="14" name="图片 13">
              <a:extLst>
                <a:ext uri="{FF2B5EF4-FFF2-40B4-BE49-F238E27FC236}">
                  <a16:creationId xmlns:a16="http://schemas.microsoft.com/office/drawing/2014/main" id="{0772FFC8-668D-3060-B5CE-FA9830465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6422" y="3055331"/>
              <a:ext cx="3062654" cy="2133594"/>
            </a:xfrm>
            <a:prstGeom prst="rect">
              <a:avLst/>
            </a:prstGeom>
          </p:spPr>
        </p:pic>
        <p:pic>
          <p:nvPicPr>
            <p:cNvPr id="16" name="图片 15">
              <a:extLst>
                <a:ext uri="{FF2B5EF4-FFF2-40B4-BE49-F238E27FC236}">
                  <a16:creationId xmlns:a16="http://schemas.microsoft.com/office/drawing/2014/main" id="{8033B611-057F-8368-78A3-72726DC2FE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566933" y="442645"/>
              <a:ext cx="3062654" cy="2221926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746A35D3-6CCF-D1AF-28DA-D04671EDDB9C}"/>
                </a:ext>
              </a:extLst>
            </p:cNvPr>
            <p:cNvSpPr txBox="1"/>
            <p:nvPr/>
          </p:nvSpPr>
          <p:spPr>
            <a:xfrm>
              <a:off x="4185871" y="609600"/>
              <a:ext cx="466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(b)</a:t>
              </a:r>
              <a:endParaRPr lang="zh-CN" altLang="en-US" dirty="0"/>
            </a:p>
          </p:txBody>
        </p:sp>
        <p:pic>
          <p:nvPicPr>
            <p:cNvPr id="20" name="图片 19">
              <a:extLst>
                <a:ext uri="{FF2B5EF4-FFF2-40B4-BE49-F238E27FC236}">
                  <a16:creationId xmlns:a16="http://schemas.microsoft.com/office/drawing/2014/main" id="{2B8B78CB-F4B5-45E9-077C-13DD28645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62927" y="447073"/>
              <a:ext cx="3062655" cy="2235588"/>
            </a:xfrm>
            <a:prstGeom prst="rect">
              <a:avLst/>
            </a:prstGeom>
          </p:spPr>
        </p:pic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F31F87FD-52A0-6959-A08B-5C4428B372DC}"/>
                </a:ext>
              </a:extLst>
            </p:cNvPr>
            <p:cNvSpPr txBox="1"/>
            <p:nvPr/>
          </p:nvSpPr>
          <p:spPr>
            <a:xfrm>
              <a:off x="7843431" y="609600"/>
              <a:ext cx="466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(c)</a:t>
              </a:r>
              <a:endParaRPr lang="zh-CN" altLang="en-US" dirty="0"/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CD23796D-22DA-C679-9880-1A708E9FD9F2}"/>
                </a:ext>
              </a:extLst>
            </p:cNvPr>
            <p:cNvSpPr txBox="1"/>
            <p:nvPr/>
          </p:nvSpPr>
          <p:spPr>
            <a:xfrm>
              <a:off x="499696" y="3055331"/>
              <a:ext cx="466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(d)</a:t>
              </a:r>
              <a:endParaRPr lang="zh-CN" altLang="en-US" dirty="0"/>
            </a:p>
          </p:txBody>
        </p:sp>
        <p:pic>
          <p:nvPicPr>
            <p:cNvPr id="24" name="图片 23">
              <a:extLst>
                <a:ext uri="{FF2B5EF4-FFF2-40B4-BE49-F238E27FC236}">
                  <a16:creationId xmlns:a16="http://schemas.microsoft.com/office/drawing/2014/main" id="{6DDAEF61-FF48-2CA0-7AF7-E3F2D8011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566933" y="2980286"/>
              <a:ext cx="3062654" cy="2314679"/>
            </a:xfrm>
            <a:prstGeom prst="rect">
              <a:avLst/>
            </a:prstGeom>
          </p:spPr>
        </p:pic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E9C71F7F-28D5-1D9F-05FC-FD51C417C097}"/>
                </a:ext>
              </a:extLst>
            </p:cNvPr>
            <p:cNvSpPr txBox="1"/>
            <p:nvPr/>
          </p:nvSpPr>
          <p:spPr>
            <a:xfrm>
              <a:off x="4185870" y="3138058"/>
              <a:ext cx="466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(e)</a:t>
              </a:r>
              <a:endParaRPr lang="zh-CN" altLang="en-US" dirty="0"/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76790EAE-BBF3-21A7-92CB-0A9354D5E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162927" y="2980286"/>
              <a:ext cx="3062651" cy="2232929"/>
            </a:xfrm>
            <a:prstGeom prst="rect">
              <a:avLst/>
            </a:prstGeom>
          </p:spPr>
        </p:pic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DC9E13D-81BC-BF0C-71A8-BF17DA6F3B9C}"/>
                </a:ext>
              </a:extLst>
            </p:cNvPr>
            <p:cNvSpPr txBox="1"/>
            <p:nvPr/>
          </p:nvSpPr>
          <p:spPr>
            <a:xfrm>
              <a:off x="7843431" y="3138058"/>
              <a:ext cx="466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(f)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82215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18</Words>
  <Application>Microsoft Office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zz g</dc:creator>
  <cp:lastModifiedBy>zz g</cp:lastModifiedBy>
  <cp:revision>5</cp:revision>
  <dcterms:created xsi:type="dcterms:W3CDTF">2026-05-11T08:35:54Z</dcterms:created>
  <dcterms:modified xsi:type="dcterms:W3CDTF">2026-05-11T09:26:21Z</dcterms:modified>
</cp:coreProperties>
</file>